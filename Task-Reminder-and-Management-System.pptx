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85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29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sv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7340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Task Reminder and Management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31124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Web-Based Application for Task Tracking and Reminders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932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Santhosh Kumar 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965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Statement: The Challenge of Manual Task Management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00839"/>
            <a:ext cx="3090505" cy="3681055"/>
          </a:xfrm>
          <a:prstGeom prst="roundRect">
            <a:avLst>
              <a:gd name="adj" fmla="val 308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13527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32232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042529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Missed Deadlines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532948"/>
            <a:ext cx="262163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tracking often leads to critical tasks being overlooked, impacting project timelines.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111109" y="2900839"/>
            <a:ext cx="3090624" cy="3681055"/>
          </a:xfrm>
          <a:prstGeom prst="roundRect">
            <a:avLst>
              <a:gd name="adj" fmla="val 308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5543" y="313527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2709" y="332232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45543" y="4042529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Poor Organisation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345543" y="4532948"/>
            <a:ext cx="26217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a centralised system results in scattered information and inefficient task handling.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548" y="2900839"/>
            <a:ext cx="3090624" cy="3681055"/>
          </a:xfrm>
          <a:prstGeom prst="roundRect">
            <a:avLst>
              <a:gd name="adj" fmla="val 308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62982" y="313527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332232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62982" y="4042529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Productivity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662982" y="4887278"/>
            <a:ext cx="26217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spent organising tasks manually detracts from actual work, lowering overall output.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10745986" y="2900839"/>
            <a:ext cx="3090624" cy="3681055"/>
          </a:xfrm>
          <a:prstGeom prst="roundRect">
            <a:avLst>
              <a:gd name="adj" fmla="val 308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980420" y="313527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67586" y="3322320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80420" y="4042529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Concerns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980420" y="4532948"/>
            <a:ext cx="26217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proper authentication, sensitive task information can be vulnerable.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93790" y="68370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significant need exists for an automated, secure, and user-friendly system to manage tasks effectively.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735" y="814626"/>
            <a:ext cx="13150929" cy="132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Objectives: Enhancing Task Management Efficiency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39735" y="2846308"/>
            <a:ext cx="4252317" cy="2190631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9735" y="2823448"/>
            <a:ext cx="4252317" cy="91440"/>
          </a:xfrm>
          <a:prstGeom prst="roundRect">
            <a:avLst>
              <a:gd name="adj" fmla="val 97085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2548830" y="2529364"/>
            <a:ext cx="634008" cy="634008"/>
          </a:xfrm>
          <a:prstGeom prst="roundRect">
            <a:avLst>
              <a:gd name="adj" fmla="val 144225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2738973" y="2687836"/>
            <a:ext cx="253603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73931" y="3374708"/>
            <a:ext cx="319313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Management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73931" y="3822978"/>
            <a:ext cx="3783925" cy="97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develop a system that automates the creation, assignment, and monitoring of tasks.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188982" y="2846308"/>
            <a:ext cx="4252317" cy="2190631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188982" y="2823448"/>
            <a:ext cx="4252317" cy="91440"/>
          </a:xfrm>
          <a:prstGeom prst="roundRect">
            <a:avLst>
              <a:gd name="adj" fmla="val 97085"/>
            </a:avLst>
          </a:prstGeom>
          <a:solidFill>
            <a:srgbClr val="4950BC"/>
          </a:solidFill>
          <a:ln/>
        </p:spPr>
      </p:sp>
      <p:sp>
        <p:nvSpPr>
          <p:cNvPr id="11" name="Shape 9"/>
          <p:cNvSpPr/>
          <p:nvPr/>
        </p:nvSpPr>
        <p:spPr>
          <a:xfrm>
            <a:off x="6998077" y="2529364"/>
            <a:ext cx="634008" cy="634008"/>
          </a:xfrm>
          <a:prstGeom prst="roundRect">
            <a:avLst>
              <a:gd name="adj" fmla="val 144225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7188220" y="2687836"/>
            <a:ext cx="253603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423178" y="337470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 Tracking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5423178" y="3822978"/>
            <a:ext cx="3783925" cy="97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implement features for tracking task progress: pending, completed, and overdue statuses.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638228" y="2846308"/>
            <a:ext cx="4252317" cy="2190631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38228" y="2823448"/>
            <a:ext cx="4252317" cy="91440"/>
          </a:xfrm>
          <a:prstGeom prst="roundRect">
            <a:avLst>
              <a:gd name="adj" fmla="val 97085"/>
            </a:avLst>
          </a:prstGeom>
          <a:solidFill>
            <a:srgbClr val="4950B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47324" y="2529364"/>
            <a:ext cx="634008" cy="634008"/>
          </a:xfrm>
          <a:prstGeom prst="roundRect">
            <a:avLst>
              <a:gd name="adj" fmla="val 144225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11637466" y="2687836"/>
            <a:ext cx="253603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872424" y="337470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Timely Reminders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9872424" y="3822978"/>
            <a:ext cx="3783925" cy="979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provide configurable notification mechanisms to ensure no deadline is missed.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39735" y="5550813"/>
            <a:ext cx="6476881" cy="1864042"/>
          </a:xfrm>
          <a:prstGeom prst="roundRect">
            <a:avLst>
              <a:gd name="adj" fmla="val 588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9735" y="5527953"/>
            <a:ext cx="6476881" cy="91440"/>
          </a:xfrm>
          <a:prstGeom prst="roundRect">
            <a:avLst>
              <a:gd name="adj" fmla="val 97085"/>
            </a:avLst>
          </a:prstGeom>
          <a:solidFill>
            <a:srgbClr val="4950BC"/>
          </a:solidFill>
          <a:ln/>
        </p:spPr>
      </p:sp>
      <p:sp>
        <p:nvSpPr>
          <p:cNvPr id="23" name="Shape 21"/>
          <p:cNvSpPr/>
          <p:nvPr/>
        </p:nvSpPr>
        <p:spPr>
          <a:xfrm>
            <a:off x="3661112" y="5233868"/>
            <a:ext cx="634008" cy="634008"/>
          </a:xfrm>
          <a:prstGeom prst="roundRect">
            <a:avLst>
              <a:gd name="adj" fmla="val 144225"/>
            </a:avLst>
          </a:prstGeom>
          <a:solidFill>
            <a:srgbClr val="4950BC"/>
          </a:solidFill>
          <a:ln/>
        </p:spPr>
      </p:sp>
      <p:sp>
        <p:nvSpPr>
          <p:cNvPr id="24" name="Text 22"/>
          <p:cNvSpPr/>
          <p:nvPr/>
        </p:nvSpPr>
        <p:spPr>
          <a:xfrm>
            <a:off x="3851255" y="5392341"/>
            <a:ext cx="253603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73931" y="6079212"/>
            <a:ext cx="2890242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Authentication</a:t>
            </a:r>
            <a:endParaRPr lang="en-US" sz="2050" dirty="0"/>
          </a:p>
        </p:txBody>
      </p:sp>
      <p:sp>
        <p:nvSpPr>
          <p:cNvPr id="26" name="Text 24"/>
          <p:cNvSpPr/>
          <p:nvPr/>
        </p:nvSpPr>
        <p:spPr>
          <a:xfrm>
            <a:off x="973931" y="6527483"/>
            <a:ext cx="6008489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integrate OTP-based authentication for enhanced user data security.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413546" y="5550813"/>
            <a:ext cx="6477000" cy="1864042"/>
          </a:xfrm>
          <a:prstGeom prst="roundRect">
            <a:avLst>
              <a:gd name="adj" fmla="val 5887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13546" y="5527953"/>
            <a:ext cx="6477000" cy="91440"/>
          </a:xfrm>
          <a:prstGeom prst="roundRect">
            <a:avLst>
              <a:gd name="adj" fmla="val 97085"/>
            </a:avLst>
          </a:prstGeom>
          <a:solidFill>
            <a:srgbClr val="4950B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35042" y="5233868"/>
            <a:ext cx="634008" cy="634008"/>
          </a:xfrm>
          <a:prstGeom prst="roundRect">
            <a:avLst>
              <a:gd name="adj" fmla="val 144225"/>
            </a:avLst>
          </a:prstGeom>
          <a:solidFill>
            <a:srgbClr val="4950BC"/>
          </a:solidFill>
          <a:ln/>
        </p:spPr>
      </p:sp>
      <p:sp>
        <p:nvSpPr>
          <p:cNvPr id="30" name="Text 28"/>
          <p:cNvSpPr/>
          <p:nvPr/>
        </p:nvSpPr>
        <p:spPr>
          <a:xfrm>
            <a:off x="10525185" y="5392341"/>
            <a:ext cx="253603" cy="316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647742" y="6079212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Productivity</a:t>
            </a:r>
            <a:endParaRPr lang="en-US" sz="2050" dirty="0"/>
          </a:p>
        </p:txBody>
      </p:sp>
      <p:sp>
        <p:nvSpPr>
          <p:cNvPr id="32" name="Text 30"/>
          <p:cNvSpPr/>
          <p:nvPr/>
        </p:nvSpPr>
        <p:spPr>
          <a:xfrm>
            <a:off x="7647742" y="6527483"/>
            <a:ext cx="6008608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ultimately improve user efficiency and reduce the cognitive load associated with task organisation.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785455"/>
            <a:ext cx="13079968" cy="82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5216" y="1955095"/>
            <a:ext cx="3670102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Technologies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7595" y="2466039"/>
            <a:ext cx="6269831" cy="17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Java: Core programming language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Boot: Rapid application development framework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Security: Comprehensive authentication and access control</a:t>
            </a: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endParaRPr lang="en-US" sz="170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7595" y="4722567"/>
            <a:ext cx="3322320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&amp; ORM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7594" y="5328106"/>
            <a:ext cx="6269831" cy="1050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MySQL: Relational database management system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Hibernate JPA: Object-relational mapping for Java persistence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5353" y="1952419"/>
            <a:ext cx="3721418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Technologies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85352" y="2495734"/>
            <a:ext cx="6269831" cy="1400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HTML: Structure of web pages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CSS: Styling and presentation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JavaScript: Interactive functionality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Thymeleaf: Server-side Java template engine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5352" y="4749412"/>
            <a:ext cx="3322320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&amp; Utilities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592977" y="5316896"/>
            <a:ext cx="6269831" cy="1400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IntelliJ IDEA: Integrated Development Environment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&amp; GitHub: Version control system and hosting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Mail API: For sending email notifications (e.g., OTPs, reminders)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023" y="900827"/>
            <a:ext cx="12990909" cy="677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Workflow: From Registration to Reminder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50" y="1993225"/>
            <a:ext cx="12692301" cy="476273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08419" y="3206380"/>
            <a:ext cx="655609" cy="6556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24311" y="5415375"/>
            <a:ext cx="1914380" cy="73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 Tracking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8273" y="3207609"/>
            <a:ext cx="655609" cy="65561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11668" y="5599765"/>
            <a:ext cx="1914380" cy="368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8742" y="3207609"/>
            <a:ext cx="655609" cy="65561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2137" y="5599765"/>
            <a:ext cx="1914380" cy="368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Tasks</a:t>
            </a:r>
            <a:endParaRPr lang="en-US" sz="13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09211" y="3207609"/>
            <a:ext cx="655610" cy="65561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12606" y="5599765"/>
            <a:ext cx="1914380" cy="368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Login</a:t>
            </a:r>
            <a:endParaRPr lang="en-US" sz="13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96568" y="3207609"/>
            <a:ext cx="655610" cy="65561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60626" y="5599765"/>
            <a:ext cx="1914380" cy="368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Register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759023" y="6989207"/>
            <a:ext cx="13112353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streamlined process ensures users can efficiently manage tasks, from initial setup to receiving critical reminders.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843082"/>
            <a:ext cx="13161169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and Modules: Enhancing User Experience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6" y="2543651"/>
            <a:ext cx="1521142" cy="1521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98527" y="2543651"/>
            <a:ext cx="246126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OTP-Based Authentication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2498527" y="3316129"/>
            <a:ext cx="2461260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secure access and verifies user identity for enhanced data protection.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555" y="2543651"/>
            <a:ext cx="1521142" cy="15211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6466" y="2543651"/>
            <a:ext cx="246126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Comprehensive Task Management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6966466" y="3316129"/>
            <a:ext cx="2461260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users to create, edit, delete, and prioritise tasks with ease.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0494" y="2543651"/>
            <a:ext cx="1521142" cy="15211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4405" y="2543651"/>
            <a:ext cx="246126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Flexible View Options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11434405" y="3316129"/>
            <a:ext cx="2461260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both list view and card view for adaptable task visualisation.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16" y="4997648"/>
            <a:ext cx="1521142" cy="15211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98527" y="4997648"/>
            <a:ext cx="246126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Filtering and Sorting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2498527" y="5770126"/>
            <a:ext cx="2461260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users to quickly locate tasks based on priority, due date, or status.</a:t>
            </a:r>
            <a:endParaRPr lang="en-US" sz="1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555" y="4997648"/>
            <a:ext cx="1521142" cy="15211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66466" y="4997648"/>
            <a:ext cx="246126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Overdue Task Indicators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6966466" y="5770126"/>
            <a:ext cx="2461260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Visually highlights tasks that have passed their deadline, prompting immediate attention.</a:t>
            </a:r>
            <a:endParaRPr lang="en-US" sz="16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0494" y="4997648"/>
            <a:ext cx="1521142" cy="152114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34405" y="4997648"/>
            <a:ext cx="246126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Task Export Functionality</a:t>
            </a:r>
            <a:endParaRPr lang="en-US" sz="2050" dirty="0"/>
          </a:p>
        </p:txBody>
      </p:sp>
      <p:sp>
        <p:nvSpPr>
          <p:cNvPr id="20" name="Text 12"/>
          <p:cNvSpPr/>
          <p:nvPr/>
        </p:nvSpPr>
        <p:spPr>
          <a:xfrm>
            <a:off x="11434405" y="5770126"/>
            <a:ext cx="2461260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options to export task lists for offline reference or integration with other tools.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87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Interface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13042821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Page - Clean OTP-based login interface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Dashboard - Overview of task statistics and metrics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View - Detailed task list with due dates and status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View - Visual card-based task representation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View - Calendar integration showing tasks by date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3909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interface is designed for clarity and ease of use, ensuring a seamless experience across all key functions.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366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and Learnings: Overcoming Development Hurdles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541389"/>
            <a:ext cx="6571417" cy="4904423"/>
          </a:xfrm>
          <a:prstGeom prst="roundRect">
            <a:avLst>
              <a:gd name="adj" fmla="val 3330"/>
            </a:avLst>
          </a:prstGeom>
          <a:solidFill>
            <a:srgbClr val="5E98F1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768203"/>
            <a:ext cx="478321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Challenges Encountered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857250" y="3420308"/>
            <a:ext cx="6117788" cy="3629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robust OTP authentication and verification flows.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Effectively managing user sessions and ensuring data integrity.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accurate logic for overdue task detection and notification.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consistent UI/UX across various screens and functionalities.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Configuring Spring Security for granular access control and protection.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768203"/>
            <a:ext cx="443495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Valuable Learnings Gained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420308"/>
            <a:ext cx="6244709" cy="3629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understanding of Spring Boot architecture and best practices.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Proficiency in integrating frontend and backend components seamlessly.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Effective utilisation of Git and GitHub for collaborative development and version control.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debugging and problem-solving skills in a full-stack environment.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Appreciation for secure coding principles and user experience design.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0147" y="826532"/>
            <a:ext cx="9901714" cy="469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Enhancements: Expanding System Capabilities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2130147" y="1495306"/>
            <a:ext cx="601147" cy="901660"/>
          </a:xfrm>
          <a:prstGeom prst="roundRect">
            <a:avLst>
              <a:gd name="adj" fmla="val 36001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18028" y="1805226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2830830" y="1645563"/>
            <a:ext cx="2503289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Application Support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830830" y="1940004"/>
            <a:ext cx="966930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native iOS/Android applications for on-the-go task management.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30147" y="2496503"/>
            <a:ext cx="601147" cy="901660"/>
          </a:xfrm>
          <a:prstGeom prst="roundRect">
            <a:avLst>
              <a:gd name="adj" fmla="val 36001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8028" y="2806422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830830" y="2646759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Push Notifications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830830" y="2941201"/>
            <a:ext cx="966930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real-time push notifications for urgent reminders and updates.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30147" y="3497699"/>
            <a:ext cx="601147" cy="901660"/>
          </a:xfrm>
          <a:prstGeom prst="roundRect">
            <a:avLst>
              <a:gd name="adj" fmla="val 36001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8028" y="3807619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2830830" y="3647956"/>
            <a:ext cx="320909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Role-Based Access Control (RBAC)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30830" y="3942398"/>
            <a:ext cx="966930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different user roles (e.g., admin, team lead, member) with specific permissions.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30147" y="4498896"/>
            <a:ext cx="601147" cy="901660"/>
          </a:xfrm>
          <a:prstGeom prst="roundRect">
            <a:avLst>
              <a:gd name="adj" fmla="val 36001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8028" y="4808815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830830" y="4649153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Calendar Integration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30830" y="4943594"/>
            <a:ext cx="966930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Synchronise tasks with external calendar applications (Google Calendar, Outlook).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30147" y="5500092"/>
            <a:ext cx="601147" cy="901660"/>
          </a:xfrm>
          <a:prstGeom prst="roundRect">
            <a:avLst>
              <a:gd name="adj" fmla="val 36001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18028" y="5810012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2830830" y="5650349"/>
            <a:ext cx="1878568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830830" y="5944791"/>
            <a:ext cx="966930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application to a cloud platform for scalability and accessibility.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30147" y="6501289"/>
            <a:ext cx="601147" cy="901660"/>
          </a:xfrm>
          <a:prstGeom prst="roundRect">
            <a:avLst>
              <a:gd name="adj" fmla="val 36001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18028" y="6811208"/>
            <a:ext cx="225385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2830830" y="6651546"/>
            <a:ext cx="232755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Task Analytics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830830" y="6945987"/>
            <a:ext cx="9669304" cy="199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insights into productivity, task completion rates, and bottlenecks.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8830" y="3495907"/>
            <a:ext cx="6303383" cy="1237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7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</a:t>
            </a:r>
            <a:r>
              <a:rPr lang="en-US" sz="6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7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</a:t>
            </a:r>
            <a:endParaRPr lang="en-US" sz="6000" b="1" dirty="0"/>
          </a:p>
        </p:txBody>
      </p:sp>
      <p:sp>
        <p:nvSpPr>
          <p:cNvPr id="3" name="Text 1"/>
          <p:cNvSpPr/>
          <p:nvPr/>
        </p:nvSpPr>
        <p:spPr>
          <a:xfrm>
            <a:off x="5897523" y="4337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736</Words>
  <Application>Microsoft Office PowerPoint</Application>
  <PresentationFormat>Custom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 Bold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Santhoshkumar</dc:creator>
  <cp:lastModifiedBy>Santhosh Kumar S</cp:lastModifiedBy>
  <cp:revision>3</cp:revision>
  <dcterms:created xsi:type="dcterms:W3CDTF">2026-01-28T06:27:31Z</dcterms:created>
  <dcterms:modified xsi:type="dcterms:W3CDTF">2026-01-28T07:33:10Z</dcterms:modified>
</cp:coreProperties>
</file>